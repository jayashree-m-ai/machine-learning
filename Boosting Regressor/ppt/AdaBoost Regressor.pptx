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1"/>
  </p:notesMasterIdLst>
  <p:sldIdLst>
    <p:sldId id="280" r:id="rId5"/>
    <p:sldId id="286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A0A2-6416-475D-AB94-097683855A2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49A30-454B-4675-930A-C9B2EDDF2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3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49A30-454B-4675-930A-C9B2EDDF22A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45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49A30-454B-4675-930A-C9B2EDDF22A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69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2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1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2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73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5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8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7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7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0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006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04068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360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33268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178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565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21603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numbers&#10;&#10;AI-generated content may be incorrect.">
            <a:extLst>
              <a:ext uri="{FF2B5EF4-FFF2-40B4-BE49-F238E27FC236}">
                <a16:creationId xmlns:a16="http://schemas.microsoft.com/office/drawing/2014/main" id="{60D16A38-8D9E-7B91-E786-22896C3AD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538" y="2405063"/>
            <a:ext cx="7767637" cy="1646237"/>
          </a:xfrm>
        </p:spPr>
        <p:txBody>
          <a:bodyPr>
            <a:noAutofit/>
          </a:bodyPr>
          <a:lstStyle/>
          <a:p>
            <a:pPr algn="l"/>
            <a:r>
              <a:rPr lang="en-US" sz="8000" dirty="0">
                <a:solidFill>
                  <a:srgbClr val="FFFF00"/>
                </a:solidFill>
              </a:rPr>
              <a:t>AdaBoost Regressor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6538" y="4051300"/>
            <a:ext cx="7767637" cy="10969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Jayashree M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B7A9-6F34-7C0C-1511-11C3254B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AdaBoost Regressor?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82634-262B-9C30-40A4-FD929723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AdaBoost (Adaptive Boosting) Regressor</a:t>
            </a:r>
            <a:endParaRPr lang="en-IN" dirty="0"/>
          </a:p>
          <a:p>
            <a:pPr lvl="0"/>
            <a:r>
              <a:rPr lang="en-IN" dirty="0"/>
              <a:t>A machine-learning algorithm used for </a:t>
            </a:r>
            <a:r>
              <a:rPr lang="en-IN" b="1" dirty="0"/>
              <a:t>predicting numbers</a:t>
            </a:r>
            <a:endParaRPr lang="en-IN" dirty="0"/>
          </a:p>
          <a:p>
            <a:pPr lvl="0"/>
            <a:r>
              <a:rPr lang="en-IN" dirty="0"/>
              <a:t>Combines many </a:t>
            </a:r>
            <a:r>
              <a:rPr lang="en-IN" b="1" dirty="0"/>
              <a:t>weak models</a:t>
            </a:r>
            <a:r>
              <a:rPr lang="en-IN" dirty="0"/>
              <a:t> (simple decision trees)</a:t>
            </a:r>
          </a:p>
          <a:p>
            <a:pPr lvl="0"/>
            <a:r>
              <a:rPr lang="en-IN" dirty="0"/>
              <a:t>Each model tries to correct the errors of the previous one</a:t>
            </a:r>
          </a:p>
          <a:p>
            <a:pPr lvl="0"/>
            <a:r>
              <a:rPr lang="en-IN" dirty="0"/>
              <a:t>Works best when data is clean and not extremely large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8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7DA0-276E-8818-5B75-AE719204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Why is AdaBoost Useful?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B7641-6B5A-2BE5-C92A-F96E12C2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Simple and easy to understand</a:t>
            </a:r>
          </a:p>
          <a:p>
            <a:pPr lvl="0"/>
            <a:r>
              <a:rPr lang="en-IN" dirty="0">
                <a:effectLst/>
              </a:rPr>
              <a:t>Reduces mistakes step-by-step</a:t>
            </a:r>
          </a:p>
          <a:p>
            <a:pPr lvl="0"/>
            <a:r>
              <a:rPr lang="en-IN" dirty="0">
                <a:effectLst/>
              </a:rPr>
              <a:t>Focuses more on difficult-to-predict data points</a:t>
            </a:r>
          </a:p>
          <a:p>
            <a:pPr lvl="0"/>
            <a:r>
              <a:rPr lang="en-IN" dirty="0">
                <a:effectLst/>
              </a:rPr>
              <a:t>Often performs better than a single tree</a:t>
            </a:r>
          </a:p>
          <a:p>
            <a:pPr lvl="0"/>
            <a:r>
              <a:rPr lang="en-IN" dirty="0">
                <a:effectLst/>
              </a:rPr>
              <a:t>Can be used on small to medium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40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14C7-B4CB-4966-31CF-29EBDA19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</a:rPr>
              <a:t>How AdaBoost Regressor Works 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676CA-4D14-4088-E87F-617A5A8BE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>
                <a:effectLst/>
              </a:rPr>
              <a:t>Train a simple decision tree (weak model)</a:t>
            </a:r>
          </a:p>
          <a:p>
            <a:pPr lvl="0"/>
            <a:r>
              <a:rPr lang="en-IN" dirty="0">
                <a:effectLst/>
              </a:rPr>
              <a:t>Check where it made errors</a:t>
            </a:r>
          </a:p>
          <a:p>
            <a:pPr lvl="0"/>
            <a:r>
              <a:rPr lang="en-IN" dirty="0">
                <a:effectLst/>
              </a:rPr>
              <a:t>Give </a:t>
            </a:r>
            <a:r>
              <a:rPr lang="en-IN" b="1" dirty="0">
                <a:effectLst/>
              </a:rPr>
              <a:t>higher weight</a:t>
            </a:r>
            <a:r>
              <a:rPr lang="en-IN" dirty="0">
                <a:effectLst/>
              </a:rPr>
              <a:t> to those difficult examples</a:t>
            </a:r>
          </a:p>
          <a:p>
            <a:pPr lvl="0"/>
            <a:r>
              <a:rPr lang="en-IN" dirty="0">
                <a:effectLst/>
              </a:rPr>
              <a:t>Train the next tree focusing more on those errors</a:t>
            </a:r>
          </a:p>
          <a:p>
            <a:pPr lvl="0"/>
            <a:r>
              <a:rPr lang="en-IN" dirty="0">
                <a:effectLst/>
              </a:rPr>
              <a:t>Repeat this process many times</a:t>
            </a:r>
          </a:p>
          <a:p>
            <a:pPr lvl="0"/>
            <a:r>
              <a:rPr lang="en-IN" dirty="0">
                <a:effectLst/>
              </a:rPr>
              <a:t>Final prediction = weighted sum of all small trees</a:t>
            </a:r>
          </a:p>
          <a:p>
            <a:r>
              <a:rPr lang="en-IN" b="1">
                <a:effectLst/>
              </a:rPr>
              <a:t>Easy idea</a:t>
            </a:r>
            <a:r>
              <a:rPr lang="en-IN" b="1" dirty="0">
                <a:effectLst/>
              </a:rPr>
              <a:t>: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Each new model learns from the mistakes of the last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07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8774-F5AA-FB06-8C51-4BFEE92E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Insurance charges Prediction</a:t>
            </a:r>
            <a:endParaRPr lang="en-IN" dirty="0"/>
          </a:p>
        </p:txBody>
      </p:sp>
      <p:pic>
        <p:nvPicPr>
          <p:cNvPr id="5" name="Content Placeholder 4" descr="A diagram of a model&#10;&#10;AI-generated content may be incorrect.">
            <a:extLst>
              <a:ext uri="{FF2B5EF4-FFF2-40B4-BE49-F238E27FC236}">
                <a16:creationId xmlns:a16="http://schemas.microsoft.com/office/drawing/2014/main" id="{FACD0AFE-4439-EE82-7A55-EBC459EA2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4261" y="1979282"/>
            <a:ext cx="2476500" cy="4269118"/>
          </a:xfrm>
        </p:spPr>
      </p:pic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A8DCE45C-4F10-1C3A-5F1C-993214413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208" y="1866900"/>
            <a:ext cx="7106940" cy="482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5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C934-0BF8-2BFC-4355-CF13E75B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17" y="2520737"/>
            <a:ext cx="10353762" cy="12573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277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161</Words>
  <Application>Microsoft Office PowerPoint</Application>
  <PresentationFormat>Widescreen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 3</vt:lpstr>
      <vt:lpstr>Facet</vt:lpstr>
      <vt:lpstr>AdaBoost Regressor</vt:lpstr>
      <vt:lpstr>What is AdaBoost Regressor? </vt:lpstr>
      <vt:lpstr>Why is AdaBoost Useful?</vt:lpstr>
      <vt:lpstr>How AdaBoost Regressor Works  </vt:lpstr>
      <vt:lpstr>Example : Insurance charges Prediction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jayashree0508@gmail.com</dc:creator>
  <cp:lastModifiedBy>jayashree0508@gmail.com</cp:lastModifiedBy>
  <cp:revision>8</cp:revision>
  <dcterms:created xsi:type="dcterms:W3CDTF">2025-11-24T16:57:17Z</dcterms:created>
  <dcterms:modified xsi:type="dcterms:W3CDTF">2025-11-25T04:14:00Z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