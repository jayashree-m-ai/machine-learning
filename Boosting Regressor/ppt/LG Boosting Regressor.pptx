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10"/>
  </p:notesMasterIdLst>
  <p:sldIdLst>
    <p:sldId id="286" r:id="rId5"/>
    <p:sldId id="285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46331-586A-4FEC-9B93-545B7749A5D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9EB3-0075-46E7-9668-6CF380E69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38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349A30-454B-4675-930A-C9B2EDDF22A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45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0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5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5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04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0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9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8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3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21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490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46086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725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33405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83116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817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59343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73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numbers&#10;&#10;AI-generated content may be incorrect.">
            <a:extLst>
              <a:ext uri="{FF2B5EF4-FFF2-40B4-BE49-F238E27FC236}">
                <a16:creationId xmlns:a16="http://schemas.microsoft.com/office/drawing/2014/main" id="{60D16A38-8D9E-7B91-E786-22896C3AD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6538" y="2405063"/>
            <a:ext cx="7767637" cy="1646237"/>
          </a:xfrm>
        </p:spPr>
        <p:txBody>
          <a:bodyPr>
            <a:noAutofit/>
          </a:bodyPr>
          <a:lstStyle/>
          <a:p>
            <a:pPr algn="l"/>
            <a:r>
              <a:rPr lang="en-US" sz="8000" dirty="0" err="1">
                <a:solidFill>
                  <a:srgbClr val="FFFF00"/>
                </a:solidFill>
              </a:rPr>
              <a:t>LGBoost</a:t>
            </a:r>
            <a:r>
              <a:rPr lang="en-US" sz="8000" dirty="0">
                <a:solidFill>
                  <a:srgbClr val="FFFF00"/>
                </a:solidFill>
              </a:rPr>
              <a:t> Regressor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538" y="4051300"/>
            <a:ext cx="7767637" cy="10969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Jayashree M</a:t>
            </a:r>
          </a:p>
        </p:txBody>
      </p:sp>
    </p:spTree>
    <p:extLst>
      <p:ext uri="{BB962C8B-B14F-4D97-AF65-F5344CB8AC3E}">
        <p14:creationId xmlns:p14="http://schemas.microsoft.com/office/powerpoint/2010/main" val="16090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E237-BF5B-16C1-01E3-AACC61A3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LG Boosting Regressor?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4B5A-38C5-7C0A-F71A-E60420A7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LG Boosting (Light Gradient Boosting) Regressor</a:t>
            </a:r>
            <a:endParaRPr lang="en-IN" dirty="0"/>
          </a:p>
          <a:p>
            <a:pPr lvl="0"/>
            <a:r>
              <a:rPr lang="en-IN" dirty="0"/>
              <a:t>A fast and efficient machine learning algorithm</a:t>
            </a:r>
          </a:p>
          <a:p>
            <a:pPr lvl="0"/>
            <a:r>
              <a:rPr lang="en-IN" dirty="0"/>
              <a:t>Used to predict </a:t>
            </a:r>
            <a:r>
              <a:rPr lang="en-IN" b="1" dirty="0"/>
              <a:t>numerical values</a:t>
            </a:r>
            <a:endParaRPr lang="en-IN" dirty="0"/>
          </a:p>
          <a:p>
            <a:pPr lvl="0"/>
            <a:r>
              <a:rPr lang="en-IN" dirty="0"/>
              <a:t>Based on decision trees</a:t>
            </a:r>
          </a:p>
          <a:p>
            <a:pPr lvl="0"/>
            <a:r>
              <a:rPr lang="en-IN" dirty="0"/>
              <a:t>Designed to handle </a:t>
            </a:r>
            <a:r>
              <a:rPr lang="en-IN" b="1" dirty="0"/>
              <a:t>large datasets quickly</a:t>
            </a:r>
            <a:endParaRPr lang="en-IN" dirty="0"/>
          </a:p>
          <a:p>
            <a:pPr lvl="0"/>
            <a:r>
              <a:rPr lang="en-IN" dirty="0"/>
              <a:t>Known as part of the </a:t>
            </a:r>
            <a:r>
              <a:rPr lang="en-IN" dirty="0" err="1"/>
              <a:t>LightGBM</a:t>
            </a:r>
            <a:r>
              <a:rPr lang="en-IN" dirty="0"/>
              <a:t> framework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75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3D63-A1BC-E9C2-9FA2-B7D858F8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</a:rPr>
              <a:t>Why is LG Boosting Fast?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2BB42-AB99-69A6-B4F9-746C44CC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Uses </a:t>
            </a:r>
            <a:r>
              <a:rPr lang="en-IN" b="1" dirty="0">
                <a:effectLst/>
              </a:rPr>
              <a:t>Leaf-wise tree growth</a:t>
            </a:r>
            <a:r>
              <a:rPr lang="en-IN" dirty="0">
                <a:effectLst/>
              </a:rPr>
              <a:t> (grows deeper where needed)</a:t>
            </a:r>
          </a:p>
          <a:p>
            <a:pPr lvl="0"/>
            <a:r>
              <a:rPr lang="en-IN" dirty="0">
                <a:effectLst/>
              </a:rPr>
              <a:t>Skips unnecessary data scans</a:t>
            </a:r>
          </a:p>
          <a:p>
            <a:pPr lvl="0"/>
            <a:r>
              <a:rPr lang="en-IN" dirty="0">
                <a:effectLst/>
              </a:rPr>
              <a:t>Efficient with </a:t>
            </a:r>
            <a:r>
              <a:rPr lang="en-IN" b="1" dirty="0">
                <a:effectLst/>
              </a:rPr>
              <a:t>large datasets</a:t>
            </a:r>
            <a:endParaRPr lang="en-IN" dirty="0">
              <a:effectLst/>
            </a:endParaRPr>
          </a:p>
          <a:p>
            <a:pPr lvl="0"/>
            <a:r>
              <a:rPr lang="en-IN" dirty="0">
                <a:effectLst/>
              </a:rPr>
              <a:t>Supports </a:t>
            </a:r>
            <a:r>
              <a:rPr lang="en-IN" b="1" dirty="0">
                <a:effectLst/>
              </a:rPr>
              <a:t>parallel training</a:t>
            </a:r>
            <a:endParaRPr lang="en-IN" dirty="0">
              <a:effectLst/>
            </a:endParaRPr>
          </a:p>
          <a:p>
            <a:pPr lvl="0"/>
            <a:r>
              <a:rPr lang="en-IN" dirty="0">
                <a:effectLst/>
              </a:rPr>
              <a:t>Uses low memory</a:t>
            </a:r>
          </a:p>
          <a:p>
            <a:r>
              <a:rPr lang="en-IN" dirty="0">
                <a:effectLst/>
              </a:rPr>
              <a:t>Works better than many boosting algorithms when data is big</a:t>
            </a:r>
          </a:p>
          <a:p>
            <a:pPr lvl="0"/>
            <a:endParaRPr lang="en-IN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56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D421-A520-A761-7A95-66252A4B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How LG Boosting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F964A-9795-BC8B-A9F8-74A2251EA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Start with a simple prediction (baseline)</a:t>
            </a:r>
          </a:p>
          <a:p>
            <a:pPr lvl="0"/>
            <a:r>
              <a:rPr lang="en-IN" dirty="0">
                <a:effectLst/>
              </a:rPr>
              <a:t>Build a tree to correct errors</a:t>
            </a:r>
          </a:p>
          <a:p>
            <a:pPr lvl="0"/>
            <a:r>
              <a:rPr lang="en-IN" dirty="0">
                <a:effectLst/>
              </a:rPr>
              <a:t>Add more trees — each focuses on the remaining mistakes</a:t>
            </a:r>
          </a:p>
          <a:p>
            <a:pPr lvl="0"/>
            <a:r>
              <a:rPr lang="en-IN" dirty="0">
                <a:effectLst/>
              </a:rPr>
              <a:t>Grows leaf nodes where improvement is highest</a:t>
            </a:r>
          </a:p>
          <a:p>
            <a:pPr lvl="0"/>
            <a:r>
              <a:rPr lang="en-IN" dirty="0">
                <a:effectLst/>
              </a:rPr>
              <a:t>Final prediction = combination of all small trees</a:t>
            </a:r>
          </a:p>
          <a:p>
            <a:r>
              <a:rPr lang="en-IN" b="1" dirty="0">
                <a:effectLst/>
              </a:rPr>
              <a:t>Easy idea: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It focuses more on the “problem areas,” improving accuracy faster.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81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4151-0BAD-FEE8-4D58-2B395387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Insurance charges Prediction</a:t>
            </a:r>
            <a:endParaRPr lang="en-IN" dirty="0"/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37E4D1BD-5187-5314-1648-5BB1AF8BF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359" y="2228977"/>
            <a:ext cx="3528391" cy="3714750"/>
          </a:xfr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B43648DD-1EF3-4A44-4E44-8C1BBD06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608" y="1866900"/>
            <a:ext cx="6940320" cy="4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453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155</Words>
  <Application>Microsoft Office PowerPoint</Application>
  <PresentationFormat>Widescreen</PresentationFormat>
  <Paragraphs>25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Trebuchet MS</vt:lpstr>
      <vt:lpstr>Wingdings 3</vt:lpstr>
      <vt:lpstr>Facet</vt:lpstr>
      <vt:lpstr>LGBoost Regressor</vt:lpstr>
      <vt:lpstr>What is LG Boosting Regressor? </vt:lpstr>
      <vt:lpstr>Why is LG Boosting Fast? </vt:lpstr>
      <vt:lpstr>How LG Boosting Works</vt:lpstr>
      <vt:lpstr>Example : Insurance charges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jayashree0508@gmail.com</dc:creator>
  <cp:lastModifiedBy>jayashree0508@gmail.com</cp:lastModifiedBy>
  <cp:revision>7</cp:revision>
  <dcterms:created xsi:type="dcterms:W3CDTF">2025-11-24T18:45:38Z</dcterms:created>
  <dcterms:modified xsi:type="dcterms:W3CDTF">2025-11-25T04:11:38Z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