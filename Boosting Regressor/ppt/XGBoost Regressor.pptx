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80" r:id="rId5"/>
    <p:sldId id="281" r:id="rId6"/>
    <p:sldId id="282" r:id="rId7"/>
    <p:sldId id="283" r:id="rId8"/>
    <p:sldId id="284" r:id="rId9"/>
    <p:sldId id="28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19" autoAdjust="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98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27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205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77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315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334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85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14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512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809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192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20980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6324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7586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45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27440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large, sitting, white, numbers">
            <a:extLst>
              <a:ext uri="{FF2B5EF4-FFF2-40B4-BE49-F238E27FC236}">
                <a16:creationId xmlns:a16="http://schemas.microsoft.com/office/drawing/2014/main" id="{9A5D9ED1-DFCC-4799-89E2-D118451B98D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2" y="0"/>
            <a:ext cx="12191356" cy="6858000"/>
          </a:xfrm>
          <a:prstGeom prst="rect">
            <a:avLst/>
          </a:prstGeom>
        </p:spPr>
      </p:pic>
      <p:sp useBgFill="1">
        <p:nvSpPr>
          <p:cNvPr id="96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420504"/>
          </a:xfrm>
        </p:spPr>
        <p:txBody>
          <a:bodyPr>
            <a:normAutofit/>
          </a:bodyPr>
          <a:lstStyle/>
          <a:p>
            <a:pPr algn="l"/>
            <a:r>
              <a:rPr lang="en-IN" b="1" dirty="0" err="1">
                <a:effectLst/>
              </a:rPr>
              <a:t>XGBoost</a:t>
            </a:r>
            <a:r>
              <a:rPr lang="en-IN" b="1" dirty="0">
                <a:effectLst/>
              </a:rPr>
              <a:t> Regressor 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5792BA"/>
                </a:solidFill>
              </a:rPr>
              <a:t>Jayashree M</a:t>
            </a:r>
            <a:endParaRPr lang="en-US" sz="2300" dirty="0">
              <a:solidFill>
                <a:srgbClr val="5792B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3120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F205-E8A9-4237-8AD2-ABD9BF694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IN" b="1" dirty="0">
                <a:effectLst/>
              </a:rPr>
              <a:t>What is </a:t>
            </a:r>
            <a:r>
              <a:rPr lang="en-IN" b="1" dirty="0" err="1">
                <a:effectLst/>
              </a:rPr>
              <a:t>XGBoost</a:t>
            </a:r>
            <a:r>
              <a:rPr lang="en-IN" b="1" dirty="0">
                <a:effectLst/>
              </a:rPr>
              <a:t> Regressor?</a:t>
            </a:r>
            <a:br>
              <a:rPr lang="en-IN" dirty="0">
                <a:effectLst/>
              </a:rPr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0A3E13-4F59-1742-1C42-221D2D0C2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 err="1">
                <a:effectLst/>
              </a:rPr>
              <a:t>XGBoost</a:t>
            </a:r>
            <a:r>
              <a:rPr lang="en-IN" b="1" dirty="0">
                <a:effectLst/>
              </a:rPr>
              <a:t> = Extreme Gradient Boosting</a:t>
            </a:r>
            <a:endParaRPr lang="en-IN" dirty="0">
              <a:effectLst/>
            </a:endParaRPr>
          </a:p>
          <a:p>
            <a:pPr lvl="0"/>
            <a:r>
              <a:rPr lang="en-IN" dirty="0">
                <a:effectLst/>
              </a:rPr>
              <a:t>A powerful machine-learning algorithm</a:t>
            </a:r>
          </a:p>
          <a:p>
            <a:pPr lvl="0"/>
            <a:r>
              <a:rPr lang="en-IN" dirty="0">
                <a:effectLst/>
              </a:rPr>
              <a:t>Used to predict numerical values (regression tasks)</a:t>
            </a:r>
          </a:p>
          <a:p>
            <a:pPr lvl="0"/>
            <a:r>
              <a:rPr lang="en-IN" dirty="0">
                <a:effectLst/>
              </a:rPr>
              <a:t>Very fast and works well even on large datasets</a:t>
            </a:r>
          </a:p>
          <a:p>
            <a:pPr lvl="0"/>
            <a:r>
              <a:rPr lang="en-IN" dirty="0">
                <a:effectLst/>
              </a:rPr>
              <a:t>Often more accurate than traditional models</a:t>
            </a:r>
          </a:p>
          <a:p>
            <a:pPr marL="3690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077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753FA-7A22-6006-8CBC-C064444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>
                <a:effectLst/>
              </a:rPr>
              <a:t>Why is </a:t>
            </a:r>
            <a:r>
              <a:rPr lang="en-IN" b="1" dirty="0" err="1">
                <a:effectLst/>
              </a:rPr>
              <a:t>XGBoost</a:t>
            </a:r>
            <a:r>
              <a:rPr lang="en-IN" b="1" dirty="0">
                <a:effectLst/>
              </a:rPr>
              <a:t> Powerful?</a:t>
            </a:r>
            <a:br>
              <a:rPr lang="en-IN" dirty="0">
                <a:effectLst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607C2-91EC-A551-6A85-3217BC38D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>
                <a:effectLst/>
              </a:rPr>
              <a:t>Uses </a:t>
            </a:r>
            <a:r>
              <a:rPr lang="en-IN" b="1" dirty="0">
                <a:effectLst/>
              </a:rPr>
              <a:t>boosting</a:t>
            </a:r>
            <a:r>
              <a:rPr lang="en-IN" dirty="0">
                <a:effectLst/>
              </a:rPr>
              <a:t> → many small trees work together</a:t>
            </a:r>
          </a:p>
          <a:p>
            <a:pPr lvl="0"/>
            <a:r>
              <a:rPr lang="en-IN" dirty="0">
                <a:effectLst/>
              </a:rPr>
              <a:t>Each new tree learns from previous mistakes</a:t>
            </a:r>
          </a:p>
          <a:p>
            <a:pPr lvl="0"/>
            <a:r>
              <a:rPr lang="en-IN" dirty="0">
                <a:effectLst/>
              </a:rPr>
              <a:t>Handles missing data automatically</a:t>
            </a:r>
          </a:p>
          <a:p>
            <a:pPr lvl="0"/>
            <a:r>
              <a:rPr lang="en-IN" dirty="0">
                <a:effectLst/>
              </a:rPr>
              <a:t>Built-in control to avoid overfitting</a:t>
            </a:r>
          </a:p>
          <a:p>
            <a:pPr lvl="0"/>
            <a:r>
              <a:rPr lang="en-IN" dirty="0">
                <a:effectLst/>
              </a:rPr>
              <a:t>Uses parallel processing → very fast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693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70B32-A3D3-A16C-B93C-D49F0211A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effectLst/>
              </a:rPr>
              <a:t>How </a:t>
            </a:r>
            <a:r>
              <a:rPr lang="en-IN" b="1" dirty="0" err="1">
                <a:effectLst/>
              </a:rPr>
              <a:t>XGBoost</a:t>
            </a:r>
            <a:r>
              <a:rPr lang="en-IN" b="1" dirty="0">
                <a:effectLst/>
              </a:rPr>
              <a:t> Works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2E66D-C3E9-5AAA-A7B7-6BBD1C72E3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>
                <a:effectLst/>
              </a:rPr>
              <a:t>Starts with a simple prediction</a:t>
            </a:r>
          </a:p>
          <a:p>
            <a:pPr lvl="0"/>
            <a:r>
              <a:rPr lang="en-IN" dirty="0">
                <a:effectLst/>
              </a:rPr>
              <a:t>Builds a small tree to fix errors</a:t>
            </a:r>
          </a:p>
          <a:p>
            <a:pPr lvl="0"/>
            <a:r>
              <a:rPr lang="en-IN" dirty="0">
                <a:effectLst/>
              </a:rPr>
              <a:t>Adds more trees, each improving the result</a:t>
            </a:r>
          </a:p>
          <a:p>
            <a:pPr lvl="0"/>
            <a:r>
              <a:rPr lang="en-IN" dirty="0">
                <a:effectLst/>
              </a:rPr>
              <a:t>Final prediction = combined output of all trees</a:t>
            </a:r>
          </a:p>
          <a:p>
            <a:r>
              <a:rPr lang="en-IN" b="1" dirty="0">
                <a:effectLst/>
              </a:rPr>
              <a:t>Easy idea:</a:t>
            </a:r>
            <a:br>
              <a:rPr lang="en-IN" dirty="0">
                <a:effectLst/>
              </a:rPr>
            </a:br>
            <a:r>
              <a:rPr lang="en-IN" dirty="0">
                <a:effectLst/>
              </a:rPr>
              <a:t>Like a team where each member improves the previous one.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4087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49B4B-C472-74EE-9AB5-F8507F4EE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Insurance Charges Prediction</a:t>
            </a:r>
            <a:endParaRPr lang="en-IN" dirty="0"/>
          </a:p>
        </p:txBody>
      </p:sp>
      <p:pic>
        <p:nvPicPr>
          <p:cNvPr id="5" name="Content Placeholder 4" descr="A diagram of a tree&#10;&#10;AI-generated content may be incorrect.">
            <a:extLst>
              <a:ext uri="{FF2B5EF4-FFF2-40B4-BE49-F238E27FC236}">
                <a16:creationId xmlns:a16="http://schemas.microsoft.com/office/drawing/2014/main" id="{9EE871D5-537B-03E9-A175-744EE32F3C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4780" y="2199188"/>
            <a:ext cx="3260108" cy="3714750"/>
          </a:xfrm>
        </p:spPr>
      </p:pic>
      <p:pic>
        <p:nvPicPr>
          <p:cNvPr id="7" name="Picture 6" descr="A graph with a red line and blue dots&#10;&#10;AI-generated content may be incorrect.">
            <a:extLst>
              <a:ext uri="{FF2B5EF4-FFF2-40B4-BE49-F238E27FC236}">
                <a16:creationId xmlns:a16="http://schemas.microsoft.com/office/drawing/2014/main" id="{DE194D83-EFD5-C210-6F4B-688711EA1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723" y="1986660"/>
            <a:ext cx="6104798" cy="4261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953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9DF66-24BF-5969-00EF-7D2ADE330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765" y="3886711"/>
            <a:ext cx="10353762" cy="12573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53338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Arial Nova">
      <a:majorFont>
        <a:latin typeface="Arial Nova Light"/>
        <a:ea typeface=""/>
        <a:cs typeface=""/>
      </a:majorFont>
      <a:minorFont>
        <a:latin typeface="Arial Nova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560E646-30AD-4BA0-97EA-A7A07DF549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0CB38EC-895A-4F8F-8F75-E263501ABB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7E70FC5-1855-47AB-8CE1-CB3C873A898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{EEEBC6FD-A7BD-4FCB-B9DA-3AA6576D314D}tf11665031_win32</Template>
  <TotalTime>14</TotalTime>
  <Words>132</Words>
  <Application>Microsoft Office PowerPoint</Application>
  <PresentationFormat>Widescreen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 Nova</vt:lpstr>
      <vt:lpstr>Arial Nova Light</vt:lpstr>
      <vt:lpstr>Wingdings 2</vt:lpstr>
      <vt:lpstr>SlateVTI</vt:lpstr>
      <vt:lpstr>XGBoost Regressor </vt:lpstr>
      <vt:lpstr>What is XGBoost Regressor? </vt:lpstr>
      <vt:lpstr>Why is XGBoost Powerful? </vt:lpstr>
      <vt:lpstr>How XGBoost Works </vt:lpstr>
      <vt:lpstr>Example: Insurance Charges Prediction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jayashree0508@gmail.com</dc:creator>
  <cp:lastModifiedBy>jayashree0508@gmail.com</cp:lastModifiedBy>
  <cp:revision>4</cp:revision>
  <dcterms:created xsi:type="dcterms:W3CDTF">2025-11-24T18:29:36Z</dcterms:created>
  <dcterms:modified xsi:type="dcterms:W3CDTF">2025-11-24T19:05:14Z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